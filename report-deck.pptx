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(85/100)  ·  10 findings  ·  5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homepage's single external 'Learn more' link to iana.org is the most valuable conversion mechanism on this site, but it bleeds value by terminating the funnel with no internal next step, no value proposition, and no trust signals, causing visitors to leave without any path to conversion.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1.8–8.2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Single-step funnel dead end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page offers only one call to action that exits the site, leaving no defined next step in a conversion path.</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External link funnel dead end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only call to action navigates away from the domain to iana.org, terminating the conversion path without any return 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value proposition</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page copy only describes the domain's purpose for documentation examples and provides no statement of what is sold o</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No competing CTAs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page has exactly one call to action, so there is no ambiguity from competing options, but this also means the funnel</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Single-step funnel dead end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only call to action on the page is “Learn more”."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offers only one call to action that exits the site, leaving no defined next step in a conversion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External link funnel dead end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"[Learn more](https://iana.org/domains/example)"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only call to action navigates away from the domain to iana.org, terminating the conversion path without any return or continuation option.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copy only describes the domain's purpose for documentation examples and provides no statement of what is sold or why it is better for a visitor.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competing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only call to action on the page is “Learn more”."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has exactly one call to action, so there is no ambiguity from competing options, but this also means the funnel has no alternative entry points.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value proposition</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Generic CTA label</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Single-step funnel dead end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External link funnel dead end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No competing CTAs</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